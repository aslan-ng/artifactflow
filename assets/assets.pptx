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5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84"/>
  </p:normalViewPr>
  <p:slideViewPr>
    <p:cSldViewPr snapToGrid="0">
      <p:cViewPr varScale="1">
        <p:scale>
          <a:sx n="114" d="100"/>
          <a:sy n="114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EFDCD-AE0B-1646-8877-3CDD2F5E123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6BD36-D029-FD48-90BB-5960D8DA5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6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and Artifacts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57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98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F9F9-6A99-E6BA-4E8A-1ED03D17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9D2FE-D0EF-A3D0-876A-019E4C89B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6AC52-122C-78CC-45D3-262440FB6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Workflow </a:t>
            </a:r>
            <a:r>
              <a:rPr lang="en-US" dirty="0"/>
              <a:t>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6B3DA-8A00-382A-4837-C492DC7A2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3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57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Workflow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4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Artifacts 1</a:t>
            </a:r>
          </a:p>
          <a:p>
            <a:r>
              <a:rPr lang="en-US" dirty="0"/>
              <a:t>Mandatory Bootstrap Artifacts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97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Bootstrap Artifacts 2</a:t>
            </a:r>
          </a:p>
          <a:p>
            <a:r>
              <a:rPr lang="en-US" dirty="0"/>
              <a:t>Mandatory Bootstrap Artifacts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27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F2A0-0EBA-9446-3C55-EA408729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6D9FF-5439-01F5-8E68-E57F2D662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F5E4D-B467-6F80-F7A9-D18E3DA1E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Conditional Bootstrap Artifacts and Mandatory Bootstrap Artifacts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30DD-A6D6-0A28-0950-B5206A898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06BD36-D029-FD48-90BB-5960D8DA54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F189-CFF3-3717-C371-0ECF779F8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72F5F-F84B-63D2-9AAA-D1AEE957B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F406D-2FBC-440D-5BBC-68E9FAC7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DA39-818B-76DB-4984-B53689C7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4EEFA-34B2-3599-BA36-75AB5EBD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01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3BF6-B94D-DA37-F95A-989B1173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E607-753A-106A-DBEB-6296B1CB7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A2FE-3BC6-2AB0-D6A7-812F286B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CAF0-4B32-DA34-764A-BAF23AC98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0951-8FB4-B603-9C9D-F8DF6B19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5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54CD-4421-C8A3-5F54-6E7897AF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7FA06-7BEF-8F3F-197C-66A3BED56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4640A-21C5-460C-C457-4B0FE3E5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ACB09-EC92-9216-768B-B8495125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623D-AF5C-200F-9309-789090AD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3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57B8-0722-7DD2-F4FF-2A0B6FC8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9466-EEFC-4F39-011E-A60F63515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9CE17-4E55-E604-BE83-6F438023B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5C862-6ED9-5428-3001-6909AF06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EA422-343D-F14D-9F3D-C527A0A0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DB317-F7F6-81EC-81D9-68440C15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0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FD93-2B8D-31ED-2714-01506BDB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7F88D-5228-D0E0-C800-1BCBAE6A7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EEA8E-ECBE-8F24-D2CD-9AAA6CD3B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A1F45-F93A-E98E-A179-6F90AB0AB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964BE-3D56-EE8A-DE8F-9B950F3CE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8A7D7-E9FF-F791-9ED8-44E25E18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4DDED4-244E-1143-6F95-6A4E4812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AF130-D37A-1BCB-DD27-C762F11E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8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DFFE-3B23-B568-BFB9-46805829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16D3-63FF-689C-101F-7CCC710E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490D5-F891-DB00-EB97-E17E9973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9BBE6-0790-A6BC-90CE-C92035FE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1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E31A1-D619-F408-219B-4116E53D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50150-5FA4-522F-B7C4-0831097F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69986-5A7B-D4CD-ABDB-8001C9A9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9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0257-FC6E-7F21-6D66-76649609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2FBC-1993-7811-661A-7585F7770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459C7-3F0B-D532-A68E-C0BF0A2DE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A86D9-D57F-F8E1-5859-2CE8F3DA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DDA4-F568-CA24-CAEB-EA7639F4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8658C-E870-EC9A-D01F-E936D03B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1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A896-2AD8-610C-5784-C22964E0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DF80F-C1DE-BAD9-E084-000714240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B23D7-6953-658F-FA1D-5F1916FF8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AE505-08F3-3B6E-6E60-E7ABBCBA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409E2-7F74-C879-9389-D7623FB3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ED884-FC70-C228-D0A7-A5B62395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3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E39B4-35BD-0121-6063-5C83EA7D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2A6C9-1621-4623-6EDB-127C98CCE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3848-76BC-B08C-EB5C-F7B1936A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58B77-1989-2FA2-88B7-70DAFD58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B4E2-394A-8B68-CE92-7D8411A0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5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FB3CB-2D33-9240-CFF9-D636A3C0E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F1CDA-059C-989A-5693-30695AD38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D1FD9-6BAE-F400-A0C9-C7D12D18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BA564-CC86-3855-A8CF-2ACA1B17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CBD24-BD5C-C7F7-A559-83EBD19C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42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8F934-8365-1B65-F18E-131EFD8D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31A70-FDCA-F1B2-2029-F33088DA8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090E-546B-178D-FB8C-A2D06EAA4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A360F-AEB3-ED4F-A06C-859F2B7CCC2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D5568-2740-8E9A-E150-CD3B538A7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62D67-8B75-800D-05D7-82C4F072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546A8-C282-014E-917E-F3331E10F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6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1499FB4-E107-B053-E1EF-7620436847D5}"/>
              </a:ext>
            </a:extLst>
          </p:cNvPr>
          <p:cNvSpPr/>
          <p:nvPr/>
        </p:nvSpPr>
        <p:spPr>
          <a:xfrm>
            <a:off x="5475643" y="2926080"/>
            <a:ext cx="1151068" cy="11510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7E9038-A718-AFF2-2B58-48ADE3D3A85D}"/>
              </a:ext>
            </a:extLst>
          </p:cNvPr>
          <p:cNvSpPr/>
          <p:nvPr/>
        </p:nvSpPr>
        <p:spPr>
          <a:xfrm>
            <a:off x="2431229" y="2926080"/>
            <a:ext cx="1151068" cy="115106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Artifact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11686-2C96-6F40-D9EE-DBE3BA214780}"/>
              </a:ext>
            </a:extLst>
          </p:cNvPr>
          <p:cNvSpPr/>
          <p:nvPr/>
        </p:nvSpPr>
        <p:spPr>
          <a:xfrm>
            <a:off x="8545158" y="1796527"/>
            <a:ext cx="1129553" cy="11295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Artifact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210FEB-3C90-F4BE-0B10-D0B5E9F12BD6}"/>
              </a:ext>
            </a:extLst>
          </p:cNvPr>
          <p:cNvSpPr/>
          <p:nvPr/>
        </p:nvSpPr>
        <p:spPr>
          <a:xfrm>
            <a:off x="8545158" y="4077148"/>
            <a:ext cx="1129553" cy="11295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Artifact 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5C24B2-B5A2-3154-6C69-6C30229DDD20}"/>
              </a:ext>
            </a:extLst>
          </p:cNvPr>
          <p:cNvCxnSpPr>
            <a:stCxn id="6" idx="3"/>
            <a:endCxn id="4" idx="2"/>
          </p:cNvCxnSpPr>
          <p:nvPr/>
        </p:nvCxnSpPr>
        <p:spPr>
          <a:xfrm>
            <a:off x="3582297" y="3501614"/>
            <a:ext cx="189334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FE8478-6DAD-5DF4-45FD-336F060E721E}"/>
              </a:ext>
            </a:extLst>
          </p:cNvPr>
          <p:cNvCxnSpPr>
            <a:cxnSpLocks/>
            <a:stCxn id="4" idx="7"/>
            <a:endCxn id="7" idx="1"/>
          </p:cNvCxnSpPr>
          <p:nvPr/>
        </p:nvCxnSpPr>
        <p:spPr>
          <a:xfrm flipV="1">
            <a:off x="6458141" y="2361304"/>
            <a:ext cx="2087017" cy="73334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CB0AD9-23B5-4F76-2919-48B6A2F2F097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6458141" y="3908578"/>
            <a:ext cx="2087017" cy="73334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28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B63E-B9F5-3361-E66C-3B072277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FB2C4EB-3E69-5B48-F432-A8C998C619CD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3157BAC-04A9-F83E-A301-C808481095A1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7BD12-B848-0E63-D1DF-0E6AE76FE535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CBD31B-B8D2-B153-3977-2D69B1CDC364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68373B-10A0-9A43-83CE-1275609B73DB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6B5744F-3ABE-6A0D-0947-EA829CBB8324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3C11F7-224E-C27C-44F2-A92CAC3EAACB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7D1D6C-C773-443E-7015-8A3AD0427AC9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E3218D-C1A8-B2D3-BC71-6C39E09196EA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AC0CA6A-119F-E7F6-5450-34943592BBF1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110030-9F1B-B9E0-68BC-B2DCFB0ABEFD}"/>
              </a:ext>
            </a:extLst>
          </p:cNvPr>
          <p:cNvCxnSpPr>
            <a:cxnSpLocks/>
            <a:stCxn id="20" idx="3"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A670A7-3F34-E8C9-29A5-7E4E901B8494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5F94A9-0056-D487-60A8-9EBD190BA2DE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1E1375-DE02-0CA5-D048-216FF6B7D5E2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B9AE1C9-4B46-92F9-FF15-DD00A0E8D06B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0B3580B-EDFE-1299-711E-2309105B5485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29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ABE1-FB03-7ED7-AC4E-797D2A41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28C7092-84B8-23FB-8956-5B5E8C7F8B69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AC8C00-0AA0-B170-FBEC-FA7BEB9F4E31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2FD1A-9935-FE63-4430-D4E1BF2E7538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610BBB-0A1C-34E4-2D42-0A120EC777A9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22B8EB-D067-6D16-3883-CA8DBE42F61B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CDF0C4C-591C-8E88-E85B-F3153B4FC9E2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DFEC93-3AA9-ED01-3AD4-652283E5CCFB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82E526-5099-0D3D-9289-106897639660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7104C0-EBB3-CE9E-848C-5F1F55F91720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9366F6F-75FA-7603-C755-98534208A7CB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1DD543-2CE6-3AEB-25F2-E01B186288DD}"/>
              </a:ext>
            </a:extLst>
          </p:cNvPr>
          <p:cNvCxnSpPr>
            <a:cxnSpLocks/>
            <a:stCxn id="20" idx="3"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56B67E-748F-87B3-78F7-3D88EAE6C173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0E9AAC-36C5-1448-D412-B47345A70D66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0F6F07B-2247-CCAB-31ED-068F4514E58D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0D042C0-8163-36C2-EDA5-E13F7FA74DE4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C099FD-B126-E1C2-7CBF-08728730EF04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86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08736-F835-07F0-3DE4-4B329176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62A9092-7CEA-D851-F06A-F19F4E1BAD01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1A55F-1497-15D2-AE71-C6EEA312A526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44C305-BB53-2A6D-DED7-7D11C7F849C7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53DA1F-00DD-2D9A-3024-113E60277EC6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C5E753C-2CC4-9CE6-D425-60FE74FFE647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169425-873E-80D1-23EC-A483D28FF43C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1FC43C-0485-A9B4-7961-B0AEAD5D6B23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8044A7-4910-FCC2-C711-1A64681FBCFB}"/>
              </a:ext>
            </a:extLst>
          </p:cNvPr>
          <p:cNvCxnSpPr>
            <a:cxnSpLocks/>
            <a:stCxn id="20" idx="3"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0B5430-C4FC-3998-46C2-C20833A158A0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06B670-4D06-BCF7-78DB-D966EFEEA1BD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04D4BB-2213-3CF8-6BDD-06BF5FAB1EDE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2F5C1D7-D834-7EA0-8C0A-87E72A768A33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39DBF28-3959-0969-95F3-448EC5552A23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8CA984-5288-4CE3-93E0-5512C45EB3A7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320D0-90CE-A5B8-D827-67F133D07EA9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EFFF18-49B8-BE4D-098E-EDE64EC8B39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48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2312-FDC6-24AF-FECA-F9A85BF1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2652748-9987-6C93-8370-39FC52DE39C8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553CB0F-5521-AFB6-20DE-BC2E27506710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45A9E-A53C-6FE2-FC5D-CEA5E443BA9C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44CDF0-D61B-8798-A63B-6371DCF69F12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3F4B150-385D-77BC-2FE0-88897C7E9CD0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B7A160-3879-A4D6-A0D0-9B8154E288DE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04FD3C-C638-84FF-5E94-0B197798644D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DF0182E-B2BC-33A5-BB9E-5E0EC46E03B2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C9D9486-13AC-AD52-5824-593EAEC06C9B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ADBD88-71DC-633C-275E-C05EC58A6EA5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99D43A-0E3D-B32A-50DD-552FD94E6064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6A02AB-0B71-0CAD-53B2-4673D2A0023A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3DC150C-D99D-C59F-CFB5-595BC6C6CE40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47FF02F-2513-D022-1F87-7B74D4C24D0E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69D99DC-0863-7558-5C9A-55E714CA033E}"/>
              </a:ext>
            </a:extLst>
          </p:cNvPr>
          <p:cNvCxnSpPr>
            <a:cxnSpLocks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B03D0A0-A702-820C-0116-B2A6E4B1D957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645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2DC5D-6BDF-AE4F-9AA5-6E77AAC5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5694EA1-5783-E8B5-BCF1-78B8AD7AAD2F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D5341-6346-CB29-D968-0A53B8B414BD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5E6EFE-53F6-1446-A189-565F59425EB6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147CC0-0BCD-5FB0-0851-97F32B5CD813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6CC843C-6270-88B4-1CE8-A059C11003F9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24470F-C89F-AAB8-5921-003C405BC90E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39EAA1-EA46-0123-1125-29CD057292BC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16A7474-8722-FE8D-E634-9F8A847AC686}"/>
              </a:ext>
            </a:extLst>
          </p:cNvPr>
          <p:cNvCxnSpPr>
            <a:cxnSpLocks/>
            <a:stCxn id="20" idx="3"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04A053-E6D0-C600-FEBE-1110F7C32DD6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C9F261-1CA1-B84F-AD76-CFD77DA6B804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4B7E342-37F9-A9F6-F16A-F1EEAD7D59E8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FE0F32-B3FE-E297-33AC-AE7D127B5B9B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155D390-FD92-4923-0AB0-2DB78EC21E15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3A7D3A-0A9A-1AC4-2021-CCDA958D52CF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8C939F-89B2-8D70-981F-86E458FA5191}"/>
              </a:ext>
            </a:extLst>
          </p:cNvPr>
          <p:cNvSpPr/>
          <p:nvPr/>
        </p:nvSpPr>
        <p:spPr>
          <a:xfrm>
            <a:off x="1761286" y="1848865"/>
            <a:ext cx="1775012" cy="17750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4C5BB-F12C-3A64-E7A3-63D2957F98DC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CE023D-3E90-8270-7074-3EBDB20E2D7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703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6E58-1986-6A2B-99AB-F9BE62A2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CAD12DF-0DDC-A9F8-6462-C49C9A73629E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859991-4534-512A-6540-C76E37EF22C2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01DA4-4B67-C36F-A9BD-DE915C121BE6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2EA392-B58A-9237-A78F-9261D528262D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12CF2DC-4012-A463-A8A1-C730EB204303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26C4D6-8057-C237-890B-AA1819C1DAB7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C25F16-DD76-DC39-E781-F2143DC63457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EF7CB6-4F4C-2522-5107-BE39216755DF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96C854-4818-FB1C-51F8-153D8BA5C244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184C95-EC83-3ADE-CC1F-21E55870AF6B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223608-B63B-49D5-522E-4A356FE8C850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2E85BF-DF34-C5D5-F560-FAB3F64ABFB5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E525258-2275-3B4C-5DBC-DBEEECB07E88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D1AE85-6BF9-FDB3-5AD7-B41F858106BB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61AC4C4-52F0-900B-3439-811D5E79438B}"/>
              </a:ext>
            </a:extLst>
          </p:cNvPr>
          <p:cNvSpPr/>
          <p:nvPr/>
        </p:nvSpPr>
        <p:spPr>
          <a:xfrm>
            <a:off x="1761286" y="1848865"/>
            <a:ext cx="1775012" cy="17750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D21C47-E51B-4F42-6276-5BD5554DE5BB}"/>
              </a:ext>
            </a:extLst>
          </p:cNvPr>
          <p:cNvSpPr/>
          <p:nvPr/>
        </p:nvSpPr>
        <p:spPr>
          <a:xfrm>
            <a:off x="5021442" y="4151003"/>
            <a:ext cx="1775012" cy="17750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4F7516-72F1-1F6C-A5BF-960CC00383D9}"/>
              </a:ext>
            </a:extLst>
          </p:cNvPr>
          <p:cNvCxnSpPr>
            <a:cxnSpLocks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65800FA-A420-1D0D-DE02-1756B7CF3926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2931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B0A5-923A-9EB8-A1A2-4B60F5D8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9064C36-7A09-F98B-8E1E-DCE9FE7CD023}"/>
              </a:ext>
            </a:extLst>
          </p:cNvPr>
          <p:cNvSpPr/>
          <p:nvPr/>
        </p:nvSpPr>
        <p:spPr>
          <a:xfrm>
            <a:off x="4034116" y="245667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135A6D-2696-D41C-74B6-81FD8C32091B}"/>
              </a:ext>
            </a:extLst>
          </p:cNvPr>
          <p:cNvSpPr/>
          <p:nvPr/>
        </p:nvSpPr>
        <p:spPr>
          <a:xfrm>
            <a:off x="7316994" y="1757425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A0255-EFD1-3FF3-DE9F-E08E135FD2CF}"/>
              </a:ext>
            </a:extLst>
          </p:cNvPr>
          <p:cNvSpPr/>
          <p:nvPr/>
        </p:nvSpPr>
        <p:spPr>
          <a:xfrm>
            <a:off x="2369093" y="245667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46AAE-D5E5-5E8D-09E3-9262B2A08B4A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2928491" y="2736371"/>
            <a:ext cx="11056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8A579B-10CA-798F-F92A-4E52304A2406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4511592" y="2037124"/>
            <a:ext cx="1123002" cy="501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0CBB82C-0075-99C6-2DA3-1DB3630B86C1}"/>
              </a:ext>
            </a:extLst>
          </p:cNvPr>
          <p:cNvSpPr/>
          <p:nvPr/>
        </p:nvSpPr>
        <p:spPr>
          <a:xfrm>
            <a:off x="7316994" y="3980052"/>
            <a:ext cx="559398" cy="5593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FE37F7-C6E2-C761-A85D-B11E3DCF16BF}"/>
              </a:ext>
            </a:extLst>
          </p:cNvPr>
          <p:cNvSpPr/>
          <p:nvPr/>
        </p:nvSpPr>
        <p:spPr>
          <a:xfrm>
            <a:off x="5634594" y="1757425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466D57-E4A3-3EDB-8C9E-95F635E5FCDE}"/>
              </a:ext>
            </a:extLst>
          </p:cNvPr>
          <p:cNvSpPr/>
          <p:nvPr/>
        </p:nvSpPr>
        <p:spPr>
          <a:xfrm>
            <a:off x="5634594" y="3258118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FB3EE9-4313-53D2-1339-9EF6EC78BEC2}"/>
              </a:ext>
            </a:extLst>
          </p:cNvPr>
          <p:cNvCxnSpPr>
            <a:cxnSpLocks/>
            <a:stCxn id="2" idx="5"/>
            <a:endCxn id="21" idx="1"/>
          </p:cNvCxnSpPr>
          <p:nvPr/>
        </p:nvCxnSpPr>
        <p:spPr>
          <a:xfrm>
            <a:off x="4511592" y="2934148"/>
            <a:ext cx="1123002" cy="60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223E57E-DA31-2C95-D7F2-0B3A3D850A8A}"/>
              </a:ext>
            </a:extLst>
          </p:cNvPr>
          <p:cNvSpPr/>
          <p:nvPr/>
        </p:nvSpPr>
        <p:spPr>
          <a:xfrm>
            <a:off x="5634594" y="4758811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EB7DF9-703E-FC20-D199-EC525AF2F780}"/>
              </a:ext>
            </a:extLst>
          </p:cNvPr>
          <p:cNvCxnSpPr>
            <a:cxnSpLocks/>
            <a:stCxn id="20" idx="3"/>
            <a:endCxn id="3" idx="2"/>
          </p:cNvCxnSpPr>
          <p:nvPr/>
        </p:nvCxnSpPr>
        <p:spPr>
          <a:xfrm>
            <a:off x="6193992" y="2037124"/>
            <a:ext cx="112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A8043A-AAED-5F4E-738D-AB50A6E138E4}"/>
              </a:ext>
            </a:extLst>
          </p:cNvPr>
          <p:cNvCxnSpPr>
            <a:cxnSpLocks/>
            <a:stCxn id="27" idx="3"/>
            <a:endCxn id="19" idx="3"/>
          </p:cNvCxnSpPr>
          <p:nvPr/>
        </p:nvCxnSpPr>
        <p:spPr>
          <a:xfrm flipV="1">
            <a:off x="6193992" y="4457528"/>
            <a:ext cx="1204924" cy="580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A5C246-303B-A9DF-91CD-606EEF76FD77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6193992" y="3537817"/>
            <a:ext cx="1204924" cy="524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EBD58C-BF53-72FD-2EDC-FAE2B3050A08}"/>
              </a:ext>
            </a:extLst>
          </p:cNvPr>
          <p:cNvCxnSpPr>
            <a:cxnSpLocks/>
            <a:stCxn id="3" idx="5"/>
            <a:endCxn id="44" idx="1"/>
          </p:cNvCxnSpPr>
          <p:nvPr/>
        </p:nvCxnSpPr>
        <p:spPr>
          <a:xfrm>
            <a:off x="7794470" y="2234901"/>
            <a:ext cx="129933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89D87B8-1169-B2EE-CF74-3261C5ABC97B}"/>
              </a:ext>
            </a:extLst>
          </p:cNvPr>
          <p:cNvSpPr/>
          <p:nvPr/>
        </p:nvSpPr>
        <p:spPr>
          <a:xfrm>
            <a:off x="9093802" y="2869602"/>
            <a:ext cx="559398" cy="5593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7439C30-E4CA-F323-0D17-9AE9FC6EF881}"/>
              </a:ext>
            </a:extLst>
          </p:cNvPr>
          <p:cNvCxnSpPr>
            <a:cxnSpLocks/>
            <a:stCxn id="19" idx="7"/>
            <a:endCxn id="44" idx="1"/>
          </p:cNvCxnSpPr>
          <p:nvPr/>
        </p:nvCxnSpPr>
        <p:spPr>
          <a:xfrm flipV="1">
            <a:off x="7794470" y="3149301"/>
            <a:ext cx="1299332" cy="9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A8F83A04-61BF-D40D-E9C2-F330B8265D8C}"/>
              </a:ext>
            </a:extLst>
          </p:cNvPr>
          <p:cNvSpPr/>
          <p:nvPr/>
        </p:nvSpPr>
        <p:spPr>
          <a:xfrm>
            <a:off x="1761286" y="1848865"/>
            <a:ext cx="1775012" cy="17750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65DCA0-D16C-B399-6715-6AA55673BC6C}"/>
              </a:ext>
            </a:extLst>
          </p:cNvPr>
          <p:cNvSpPr/>
          <p:nvPr/>
        </p:nvSpPr>
        <p:spPr>
          <a:xfrm>
            <a:off x="5026787" y="4151003"/>
            <a:ext cx="1775012" cy="177501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16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19C3-8855-670B-F76C-45D8A3BC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C4773-9DBB-B2B5-219D-EF1F7FE1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68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104</Words>
  <Application>Microsoft Macintosh PowerPoint</Application>
  <PresentationFormat>Widescreen</PresentationFormat>
  <Paragraphs>79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Aslan Noorghasemi</dc:creator>
  <cp:lastModifiedBy>Aslan Noorghasemi</cp:lastModifiedBy>
  <cp:revision>24</cp:revision>
  <dcterms:created xsi:type="dcterms:W3CDTF">2026-08-03T21:17:52Z</dcterms:created>
  <dcterms:modified xsi:type="dcterms:W3CDTF">2026-09-16T15:06:30Z</dcterms:modified>
</cp:coreProperties>
</file>