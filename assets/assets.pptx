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>
      <p:cViewPr varScale="1">
        <p:scale>
          <a:sx n="119" d="100"/>
          <a:sy n="119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9F189-CFF3-3717-C371-0ECF779F8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72F5F-F84B-63D2-9AAA-D1AEE957B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F406D-2FBC-440D-5BBC-68E9FAC7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DDA39-818B-76DB-4984-B53689C7A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4EEFA-34B2-3599-BA36-75AB5EBD7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01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93BF6-B94D-DA37-F95A-989B1173F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7E607-753A-106A-DBEB-6296B1CB7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BDA2FE-3BC6-2AB0-D6A7-812F286B4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ACAF0-4B32-DA34-764A-BAF23AC98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50951-8FB4-B603-9C9D-F8DF6B19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5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D54CD-4421-C8A3-5F54-6E7897AF3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7FA06-7BEF-8F3F-197C-66A3BED56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4640A-21C5-460C-C457-4B0FE3E5F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ACB09-EC92-9216-768B-B8495125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A623D-AF5C-200F-9309-789090AD6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132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E57B8-0722-7DD2-F4FF-2A0B6FC8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9466-EEFC-4F39-011E-A60F63515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09CE17-4E55-E604-BE83-6F438023B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A5C862-6ED9-5428-3001-6909AF06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BEA422-343D-F14D-9F3D-C527A0A0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DB317-F7F6-81EC-81D9-68440C158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01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5FD93-2B8D-31ED-2714-01506BD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17F88D-5228-D0E0-C800-1BCBAE6A7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8EEA8E-ECBE-8F24-D2CD-9AAA6CD3B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5A1F45-F93A-E98E-A179-6F90AB0ABC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2964BE-3D56-EE8A-DE8F-9B950F3CEA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E8A7D7-E9FF-F791-9ED8-44E25E18B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4DDED4-244E-1143-6F95-6A4E4812F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AF130-D37A-1BCB-DD27-C762F11E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87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1DFFE-3B23-B568-BFB9-468058293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16D3-63FF-689C-101F-7CCC710EE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490D5-F891-DB00-EB97-E17E9973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9BBE6-0790-A6BC-90CE-C92035FE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018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1E31A1-D619-F408-219B-4116E53DA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750150-5FA4-522F-B7C4-0831097F6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69986-5A7B-D4CD-ABDB-8001C9A9D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95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0257-FC6E-7F21-6D66-76649609A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82FBC-1993-7811-661A-7585F7770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459C7-3F0B-D532-A68E-C0BF0A2DE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A86D9-D57F-F8E1-5859-2CE8F3DA0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BDDA4-F568-CA24-CAEB-EA7639F4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658C-E870-EC9A-D01F-E936D03B4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18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9A896-2AD8-610C-5784-C22964E08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DF80F-C1DE-BAD9-E084-000714240D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1B23D7-6953-658F-FA1D-5F1916FF8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AE505-08F3-3B6E-6E60-E7ABBCBA1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409E2-7F74-C879-9389-D7623FB35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AED884-FC70-C228-D0A7-A5B623955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36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E39B4-35BD-0121-6063-5C83EA7D4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2A6C9-1621-4623-6EDB-127C98CCE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A3848-76BC-B08C-EB5C-F7B1936AD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58B77-1989-2FA2-88B7-70DAFD58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FB4E2-394A-8B68-CE92-7D8411A07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55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6FB3CB-2D33-9240-CFF9-D636A3C0ED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F1CDA-059C-989A-5693-30695AD388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D1FD9-6BAE-F400-A0C9-C7D12D18F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BA564-CC86-3855-A8CF-2ACA1B17A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0CBD24-BD5C-C7F7-A559-83EBD19C2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44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E8F934-8365-1B65-F18E-131EFD8D8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31A70-FDCA-F1B2-2029-F33088DA8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1090E-546B-178D-FB8C-A2D06EAA4B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DA360F-AEB3-ED4F-A06C-859F2B7CCC29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D5568-2740-8E9A-E150-CD3B538A7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62D67-8B75-800D-05D7-82C4F072EB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566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1499FB4-E107-B053-E1EF-7620436847D5}"/>
              </a:ext>
            </a:extLst>
          </p:cNvPr>
          <p:cNvSpPr/>
          <p:nvPr/>
        </p:nvSpPr>
        <p:spPr>
          <a:xfrm>
            <a:off x="5475643" y="2926080"/>
            <a:ext cx="1151068" cy="11510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7E9038-A718-AFF2-2B58-48ADE3D3A85D}"/>
              </a:ext>
            </a:extLst>
          </p:cNvPr>
          <p:cNvSpPr/>
          <p:nvPr/>
        </p:nvSpPr>
        <p:spPr>
          <a:xfrm>
            <a:off x="2431229" y="2926080"/>
            <a:ext cx="1151068" cy="11510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911686-2C96-6F40-D9EE-DBE3BA214780}"/>
              </a:ext>
            </a:extLst>
          </p:cNvPr>
          <p:cNvSpPr/>
          <p:nvPr/>
        </p:nvSpPr>
        <p:spPr>
          <a:xfrm>
            <a:off x="8545158" y="1796527"/>
            <a:ext cx="1129553" cy="112955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210FEB-3C90-F4BE-0B10-D0B5E9F12BD6}"/>
              </a:ext>
            </a:extLst>
          </p:cNvPr>
          <p:cNvSpPr/>
          <p:nvPr/>
        </p:nvSpPr>
        <p:spPr>
          <a:xfrm>
            <a:off x="8545158" y="4077148"/>
            <a:ext cx="1129553" cy="112955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C24B2-B5A2-3154-6C69-6C30229DDD20}"/>
              </a:ext>
            </a:extLst>
          </p:cNvPr>
          <p:cNvCxnSpPr>
            <a:stCxn id="6" idx="3"/>
            <a:endCxn id="4" idx="2"/>
          </p:cNvCxnSpPr>
          <p:nvPr/>
        </p:nvCxnSpPr>
        <p:spPr>
          <a:xfrm>
            <a:off x="3582297" y="3501614"/>
            <a:ext cx="189334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FE8478-6DAD-5DF4-45FD-336F060E721E}"/>
              </a:ext>
            </a:extLst>
          </p:cNvPr>
          <p:cNvCxnSpPr>
            <a:cxnSpLocks/>
            <a:stCxn id="4" idx="7"/>
            <a:endCxn id="7" idx="1"/>
          </p:cNvCxnSpPr>
          <p:nvPr/>
        </p:nvCxnSpPr>
        <p:spPr>
          <a:xfrm flipV="1">
            <a:off x="6458141" y="2361304"/>
            <a:ext cx="2087017" cy="73334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0CB0AD9-23B5-4F76-2919-48B6A2F2F097}"/>
              </a:ext>
            </a:extLst>
          </p:cNvPr>
          <p:cNvCxnSpPr>
            <a:cxnSpLocks/>
            <a:stCxn id="4" idx="5"/>
            <a:endCxn id="8" idx="1"/>
          </p:cNvCxnSpPr>
          <p:nvPr/>
        </p:nvCxnSpPr>
        <p:spPr>
          <a:xfrm>
            <a:off x="6458141" y="3908578"/>
            <a:ext cx="2087017" cy="73334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282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3B63E-B9F5-3361-E66C-3B0722770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FB2C4EB-3E69-5B48-F432-A8C998C619CD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3157BAC-04A9-F83E-A301-C808481095A1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57BD12-B848-0E63-D1DF-0E6AE76FE535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CBD31B-B8D2-B153-3977-2D69B1CDC364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68373B-10A0-9A43-83CE-1275609B73DB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A6B5744F-3ABE-6A0D-0947-EA829CBB8324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3C11F7-224E-C27C-44F2-A92CAC3EAACB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7D1D6C-C773-443E-7015-8A3AD0427AC9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3E3218D-C1A8-B2D3-BC71-6C39E09196EA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1AC0CA6A-119F-E7F6-5450-34943592BBF1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110030-9F1B-B9E0-68BC-B2DCFB0ABEFD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CA670A7-3F34-E8C9-29A5-7E4E901B8494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5F94A9-0056-D487-60A8-9EBD190BA2DE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91E1375-DE02-0CA5-D048-216FF6B7D5E2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B9AE1C9-4B46-92F9-FF15-DD00A0E8D06B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0B3580B-EDFE-1299-711E-2309105B5485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297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08736-F835-07F0-3DE4-4B329176F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39DBF28-3959-0969-95F3-448EC5552A23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62A9092-7CEA-D851-F06A-F19F4E1BAD01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1A55F-1497-15D2-AE71-C6EEA312A526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444C305-BB53-2A6D-DED7-7D11C7F849C7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53DA1F-00DD-2D9A-3024-113E60277EC6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3C5E753C-2CC4-9CE6-D425-60FE74FFE647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169425-873E-80D1-23EC-A483D28FF43C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56C224-718D-C66C-D9E1-5A91CED84DAB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5E1E52-EBD3-826F-2ACB-343B17C388D4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E1FC43C-0485-A9B4-7961-B0AEAD5D6B23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8044A7-4910-FCC2-C711-1A64681FBCFB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20B5430-C4FC-3998-46C2-C20833A158A0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406B670-4D06-BCF7-78DB-D966EFEEA1BD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A04D4BB-2213-3CF8-6BDD-06BF5FAB1EDE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58CA984-5288-4CE3-93E0-5512C45EB3A7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2F5C1D7-D834-7EA0-8C0A-87E72A768A33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485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24</Words>
  <Application>Microsoft Macintosh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Aslan Noorghasemi</dc:creator>
  <cp:lastModifiedBy>Aslan Noorghasemi</cp:lastModifiedBy>
  <cp:revision>5</cp:revision>
  <dcterms:created xsi:type="dcterms:W3CDTF">2026-08-03T21:17:52Z</dcterms:created>
  <dcterms:modified xsi:type="dcterms:W3CDTF">2026-08-04T19:23:00Z</dcterms:modified>
</cp:coreProperties>
</file>