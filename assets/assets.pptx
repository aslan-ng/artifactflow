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  <p:sldId id="258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68"/>
  </p:normalViewPr>
  <p:slideViewPr>
    <p:cSldViewPr snapToGrid="0">
      <p:cViewPr varScale="1">
        <p:scale>
          <a:sx n="119" d="100"/>
          <a:sy n="119" d="100"/>
        </p:scale>
        <p:origin x="856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69F189-CFF3-3717-C371-0ECF779F8F2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C172F5F-F84B-63D2-9AAA-D1AEE957B10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0F406D-2FBC-440D-5BBC-68E9FAC7F1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DA360F-AEB3-ED4F-A06C-859F2B7CCC29}" type="datetimeFigureOut">
              <a:rPr lang="en-US" smtClean="0"/>
              <a:t>8/3/26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4DDA39-818B-76DB-4984-B53689C7A4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44EEFA-34B2-3599-BA36-75AB5EBD70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5546A8-C282-014E-917E-F3331E10FA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98014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C93BF6-B94D-DA37-F95A-989B1173FB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27E607-753A-106A-DBEB-6296B1CB79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BDA2FE-3BC6-2AB0-D6A7-812F286B44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DA360F-AEB3-ED4F-A06C-859F2B7CCC29}" type="datetimeFigureOut">
              <a:rPr lang="en-US" smtClean="0"/>
              <a:t>8/3/26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4ACAF0-4B32-DA34-764A-BAF23AC98B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850951-8FB4-B603-9C9D-F8DF6B1928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5546A8-C282-014E-917E-F3331E10FA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18522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1D54CD-4421-C8A3-5F54-6E7897AF3B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17FA06-7BEF-8F3F-197C-66A3BED568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F04640A-21C5-460C-C457-4B0FE3E5F5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DA360F-AEB3-ED4F-A06C-859F2B7CCC29}" type="datetimeFigureOut">
              <a:rPr lang="en-US" smtClean="0"/>
              <a:t>8/3/26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8ACB09-EC92-9216-768B-B849512556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DA623D-AF5C-200F-9309-789090AD62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5546A8-C282-014E-917E-F3331E10FA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31327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FE57B8-0722-7DD2-F4FF-2A0B6FC896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459466-EEFC-4F39-011E-A60F63515E9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C09CE17-4E55-E604-BE83-6F438023B1D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DA5C862-6ED9-5428-3001-6909AF06E9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DA360F-AEB3-ED4F-A06C-859F2B7CCC29}" type="datetimeFigureOut">
              <a:rPr lang="en-US" smtClean="0"/>
              <a:t>8/3/26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0BEA422-343D-F14D-9F3D-C527A0A094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F7DB317-F7F6-81EC-81D9-68440C158B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5546A8-C282-014E-917E-F3331E10FA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64013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05FD93-2B8D-31ED-2714-01506BDB24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217F88D-5228-D0E0-C800-1BCBAE6A7C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8EEA8E-ECBE-8F24-D2CD-9AAA6CD3BF9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45A1F45-F93A-E98E-A179-6F90AB0ABC3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82964BE-3D56-EE8A-DE8F-9B950F3CEA3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1E8A7D7-E9FF-F791-9ED8-44E25E18BC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DA360F-AEB3-ED4F-A06C-859F2B7CCC29}" type="datetimeFigureOut">
              <a:rPr lang="en-US" smtClean="0"/>
              <a:t>8/3/26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C4DDED4-244E-1143-6F95-6A4E4812F9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A8AF130-D37A-1BCB-DD27-C762F11EEE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5546A8-C282-014E-917E-F3331E10FA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55873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61DFFE-3B23-B568-BFB9-468058293C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91D16D3-63FF-689C-101F-7CCC710EE7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DA360F-AEB3-ED4F-A06C-859F2B7CCC29}" type="datetimeFigureOut">
              <a:rPr lang="en-US" smtClean="0"/>
              <a:t>8/3/26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69490D5-F891-DB00-EB97-E17E997374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369BBE6-0790-A6BC-90CE-C92035FE58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5546A8-C282-014E-917E-F3331E10FA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20183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B1E31A1-D619-F408-219B-4116E53DA4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DA360F-AEB3-ED4F-A06C-859F2B7CCC29}" type="datetimeFigureOut">
              <a:rPr lang="en-US" smtClean="0"/>
              <a:t>8/3/26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1750150-5FA4-522F-B7C4-0831097F6A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369986-5A7B-D4CD-ABDB-8001C9A9D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5546A8-C282-014E-917E-F3331E10FA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86957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10257-FC6E-7F21-6D66-76649609AD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282FBC-1993-7811-661A-7585F77709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94459C7-3F0B-D532-A68E-C0BF0A2DEA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0A86D9-D57F-F8E1-5859-2CE8F3DA04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DA360F-AEB3-ED4F-A06C-859F2B7CCC29}" type="datetimeFigureOut">
              <a:rPr lang="en-US" smtClean="0"/>
              <a:t>8/3/26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A3BDDA4-F568-CA24-CAEB-EA7639F484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78658C-E870-EC9A-D01F-E936D03B42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5546A8-C282-014E-917E-F3331E10FA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72189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09A896-2AD8-610C-5784-C22964E085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3BDF80F-C1DE-BAD9-E084-000714240D6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E1B23D7-6953-658F-FA1D-5F1916FF830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D4AE505-08F3-3B6E-6E60-E7ABBCBA13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DA360F-AEB3-ED4F-A06C-859F2B7CCC29}" type="datetimeFigureOut">
              <a:rPr lang="en-US" smtClean="0"/>
              <a:t>8/3/26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75409E2-7F74-C879-9389-D7623FB35E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DAED884-FC70-C228-D0A7-A5B623955B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5546A8-C282-014E-917E-F3331E10FA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48367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2E39B4-35BD-0121-6063-5C83EA7D40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A32A6C9-1621-4623-6EDB-127C98CCEAC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DA3848-76BC-B08C-EB5C-F7B1936AD2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DA360F-AEB3-ED4F-A06C-859F2B7CCC29}" type="datetimeFigureOut">
              <a:rPr lang="en-US" smtClean="0"/>
              <a:t>8/3/26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1658B77-1989-2FA2-88B7-70DAFD5809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8FB4E2-394A-8B68-CE92-7D8411A079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5546A8-C282-014E-917E-F3331E10FA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3550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26FB3CB-2D33-9240-CFF9-D636A3C0ED0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6EF1CDA-059C-989A-5693-30695AD3883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8D1FD9-6BAE-F400-A0C9-C7D12D18F5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DA360F-AEB3-ED4F-A06C-859F2B7CCC29}" type="datetimeFigureOut">
              <a:rPr lang="en-US" smtClean="0"/>
              <a:t>8/3/26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CBA564-CC86-3855-A8CF-2ACA1B17A4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0CBD24-BD5C-C7F7-A559-83EBD19C25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5546A8-C282-014E-917E-F3331E10FA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34422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8E8F934-8365-1B65-F18E-131EFD8D85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E31A70-FDCA-F1B2-2029-F33088DA86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E1090E-546B-178D-FB8C-A2D06EAA4BF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ADA360F-AEB3-ED4F-A06C-859F2B7CCC29}" type="datetimeFigureOut">
              <a:rPr lang="en-US" smtClean="0"/>
              <a:t>8/3/26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FD5568-2740-8E9A-E150-CD3B538A7DD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662D67-8B75-800D-05D7-82C4F072EB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55546A8-C282-014E-917E-F3331E10FA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55663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41499FB4-E107-B053-E1EF-7620436847D5}"/>
              </a:ext>
            </a:extLst>
          </p:cNvPr>
          <p:cNvSpPr/>
          <p:nvPr/>
        </p:nvSpPr>
        <p:spPr>
          <a:xfrm>
            <a:off x="5475643" y="2926080"/>
            <a:ext cx="1151068" cy="115106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Tool 1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97E9038-A718-AFF2-2B58-48ADE3D3A85D}"/>
              </a:ext>
            </a:extLst>
          </p:cNvPr>
          <p:cNvSpPr/>
          <p:nvPr/>
        </p:nvSpPr>
        <p:spPr>
          <a:xfrm>
            <a:off x="2431229" y="2926080"/>
            <a:ext cx="1151068" cy="1151068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Artifact 1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5911686-2C96-6F40-D9EE-DBE3BA214780}"/>
              </a:ext>
            </a:extLst>
          </p:cNvPr>
          <p:cNvSpPr/>
          <p:nvPr/>
        </p:nvSpPr>
        <p:spPr>
          <a:xfrm>
            <a:off x="8545158" y="1796527"/>
            <a:ext cx="1129553" cy="1129553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Artifact 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B210FEB-3C90-F4BE-0B10-D0B5E9F12BD6}"/>
              </a:ext>
            </a:extLst>
          </p:cNvPr>
          <p:cNvSpPr/>
          <p:nvPr/>
        </p:nvSpPr>
        <p:spPr>
          <a:xfrm>
            <a:off x="8545158" y="4077148"/>
            <a:ext cx="1129553" cy="1129553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Artifact 3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8F5C24B2-B5A2-3154-6C69-6C30229DDD20}"/>
              </a:ext>
            </a:extLst>
          </p:cNvPr>
          <p:cNvCxnSpPr>
            <a:stCxn id="6" idx="3"/>
            <a:endCxn id="4" idx="2"/>
          </p:cNvCxnSpPr>
          <p:nvPr/>
        </p:nvCxnSpPr>
        <p:spPr>
          <a:xfrm>
            <a:off x="3582297" y="3501614"/>
            <a:ext cx="1893346" cy="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59FE8478-6DAD-5DF4-45FD-336F060E721E}"/>
              </a:ext>
            </a:extLst>
          </p:cNvPr>
          <p:cNvCxnSpPr>
            <a:cxnSpLocks/>
            <a:stCxn id="4" idx="7"/>
            <a:endCxn id="7" idx="1"/>
          </p:cNvCxnSpPr>
          <p:nvPr/>
        </p:nvCxnSpPr>
        <p:spPr>
          <a:xfrm flipV="1">
            <a:off x="6458141" y="2361304"/>
            <a:ext cx="2087017" cy="733346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D0CB0AD9-23B5-4F76-2919-48B6A2F2F097}"/>
              </a:ext>
            </a:extLst>
          </p:cNvPr>
          <p:cNvCxnSpPr>
            <a:cxnSpLocks/>
            <a:stCxn id="4" idx="5"/>
            <a:endCxn id="8" idx="1"/>
          </p:cNvCxnSpPr>
          <p:nvPr/>
        </p:nvCxnSpPr>
        <p:spPr>
          <a:xfrm>
            <a:off x="6458141" y="3908578"/>
            <a:ext cx="2087017" cy="733347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972827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83B63E-B9F5-3361-E66C-3B07227700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7FB2C4EB-3E69-5B48-F432-A8C998C619CD}"/>
              </a:ext>
            </a:extLst>
          </p:cNvPr>
          <p:cNvSpPr/>
          <p:nvPr/>
        </p:nvSpPr>
        <p:spPr>
          <a:xfrm>
            <a:off x="4034116" y="2456672"/>
            <a:ext cx="559398" cy="55939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73157BAC-04A9-F83E-A301-C808481095A1}"/>
              </a:ext>
            </a:extLst>
          </p:cNvPr>
          <p:cNvSpPr/>
          <p:nvPr/>
        </p:nvSpPr>
        <p:spPr>
          <a:xfrm>
            <a:off x="7316994" y="1757425"/>
            <a:ext cx="559398" cy="55939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157BD12-B848-0E63-D1DF-0E6AE76FE535}"/>
              </a:ext>
            </a:extLst>
          </p:cNvPr>
          <p:cNvSpPr/>
          <p:nvPr/>
        </p:nvSpPr>
        <p:spPr>
          <a:xfrm>
            <a:off x="2369093" y="2456672"/>
            <a:ext cx="559398" cy="559398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DCBD31B-B8D2-B153-3977-2D69B1CDC364}"/>
              </a:ext>
            </a:extLst>
          </p:cNvPr>
          <p:cNvCxnSpPr>
            <a:stCxn id="5" idx="3"/>
            <a:endCxn id="2" idx="2"/>
          </p:cNvCxnSpPr>
          <p:nvPr/>
        </p:nvCxnSpPr>
        <p:spPr>
          <a:xfrm>
            <a:off x="2928491" y="2736371"/>
            <a:ext cx="110562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8868373B-10A0-9A43-83CE-1275609B73DB}"/>
              </a:ext>
            </a:extLst>
          </p:cNvPr>
          <p:cNvCxnSpPr>
            <a:cxnSpLocks/>
            <a:stCxn id="2" idx="7"/>
          </p:cNvCxnSpPr>
          <p:nvPr/>
        </p:nvCxnSpPr>
        <p:spPr>
          <a:xfrm flipV="1">
            <a:off x="4511592" y="2037124"/>
            <a:ext cx="1123002" cy="50147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" name="Oval 18">
            <a:extLst>
              <a:ext uri="{FF2B5EF4-FFF2-40B4-BE49-F238E27FC236}">
                <a16:creationId xmlns:a16="http://schemas.microsoft.com/office/drawing/2014/main" id="{A6B5744F-3ABE-6A0D-0947-EA829CBB8324}"/>
              </a:ext>
            </a:extLst>
          </p:cNvPr>
          <p:cNvSpPr/>
          <p:nvPr/>
        </p:nvSpPr>
        <p:spPr>
          <a:xfrm>
            <a:off x="7316994" y="3980052"/>
            <a:ext cx="559398" cy="55939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3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A3C11F7-224E-C27C-44F2-A92CAC3EAACB}"/>
              </a:ext>
            </a:extLst>
          </p:cNvPr>
          <p:cNvSpPr/>
          <p:nvPr/>
        </p:nvSpPr>
        <p:spPr>
          <a:xfrm>
            <a:off x="5634594" y="1757425"/>
            <a:ext cx="559398" cy="559398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77D1D6C-C773-443E-7015-8A3AD0427AC9}"/>
              </a:ext>
            </a:extLst>
          </p:cNvPr>
          <p:cNvSpPr/>
          <p:nvPr/>
        </p:nvSpPr>
        <p:spPr>
          <a:xfrm>
            <a:off x="5634594" y="3258118"/>
            <a:ext cx="559398" cy="559398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3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43E3218D-C1A8-B2D3-BC71-6C39E09196EA}"/>
              </a:ext>
            </a:extLst>
          </p:cNvPr>
          <p:cNvCxnSpPr>
            <a:cxnSpLocks/>
            <a:stCxn id="2" idx="5"/>
            <a:endCxn id="21" idx="1"/>
          </p:cNvCxnSpPr>
          <p:nvPr/>
        </p:nvCxnSpPr>
        <p:spPr>
          <a:xfrm>
            <a:off x="4511592" y="2934148"/>
            <a:ext cx="1123002" cy="60366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1AC0CA6A-119F-E7F6-5450-34943592BBF1}"/>
              </a:ext>
            </a:extLst>
          </p:cNvPr>
          <p:cNvSpPr/>
          <p:nvPr/>
        </p:nvSpPr>
        <p:spPr>
          <a:xfrm>
            <a:off x="5634594" y="4758811"/>
            <a:ext cx="559398" cy="559398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4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B0110030-9F1B-B9E0-68BC-B2DCFB0ABEFD}"/>
              </a:ext>
            </a:extLst>
          </p:cNvPr>
          <p:cNvCxnSpPr>
            <a:cxnSpLocks/>
            <a:stCxn id="20" idx="3"/>
            <a:endCxn id="3" idx="2"/>
          </p:cNvCxnSpPr>
          <p:nvPr/>
        </p:nvCxnSpPr>
        <p:spPr>
          <a:xfrm>
            <a:off x="6193992" y="2037124"/>
            <a:ext cx="112300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ACA670A7-3F34-E8C9-29A5-7E4E901B8494}"/>
              </a:ext>
            </a:extLst>
          </p:cNvPr>
          <p:cNvCxnSpPr>
            <a:cxnSpLocks/>
            <a:stCxn id="27" idx="3"/>
            <a:endCxn id="19" idx="3"/>
          </p:cNvCxnSpPr>
          <p:nvPr/>
        </p:nvCxnSpPr>
        <p:spPr>
          <a:xfrm flipV="1">
            <a:off x="6193992" y="4457528"/>
            <a:ext cx="1204924" cy="58098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745F94A9-0056-D487-60A8-9EBD190BA2DE}"/>
              </a:ext>
            </a:extLst>
          </p:cNvPr>
          <p:cNvCxnSpPr>
            <a:cxnSpLocks/>
            <a:stCxn id="21" idx="3"/>
            <a:endCxn id="19" idx="1"/>
          </p:cNvCxnSpPr>
          <p:nvPr/>
        </p:nvCxnSpPr>
        <p:spPr>
          <a:xfrm>
            <a:off x="6193992" y="3537817"/>
            <a:ext cx="1204924" cy="52415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791E1375-DE02-0CA5-D048-216FF6B7D5E2}"/>
              </a:ext>
            </a:extLst>
          </p:cNvPr>
          <p:cNvCxnSpPr>
            <a:cxnSpLocks/>
            <a:stCxn id="3" idx="5"/>
            <a:endCxn id="44" idx="1"/>
          </p:cNvCxnSpPr>
          <p:nvPr/>
        </p:nvCxnSpPr>
        <p:spPr>
          <a:xfrm>
            <a:off x="7794470" y="2234901"/>
            <a:ext cx="1299332" cy="9144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EB9AE1C9-4B46-92F9-FF15-DD00A0E8D06B}"/>
              </a:ext>
            </a:extLst>
          </p:cNvPr>
          <p:cNvSpPr/>
          <p:nvPr/>
        </p:nvSpPr>
        <p:spPr>
          <a:xfrm>
            <a:off x="9093802" y="2869602"/>
            <a:ext cx="559398" cy="559398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5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E0B3580B-EDFE-1299-711E-2309105B5485}"/>
              </a:ext>
            </a:extLst>
          </p:cNvPr>
          <p:cNvCxnSpPr>
            <a:cxnSpLocks/>
            <a:stCxn id="19" idx="7"/>
            <a:endCxn id="44" idx="1"/>
          </p:cNvCxnSpPr>
          <p:nvPr/>
        </p:nvCxnSpPr>
        <p:spPr>
          <a:xfrm flipV="1">
            <a:off x="7794470" y="3149301"/>
            <a:ext cx="1299332" cy="91267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712976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16</Words>
  <Application>Microsoft Macintosh PowerPoint</Application>
  <PresentationFormat>Widescreen</PresentationFormat>
  <Paragraphs>12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Aslan Noorghasemi</dc:creator>
  <cp:lastModifiedBy>Aslan Noorghasemi</cp:lastModifiedBy>
  <cp:revision>3</cp:revision>
  <dcterms:created xsi:type="dcterms:W3CDTF">2026-08-03T21:17:52Z</dcterms:created>
  <dcterms:modified xsi:type="dcterms:W3CDTF">2026-08-03T21:26:44Z</dcterms:modified>
</cp:coreProperties>
</file>